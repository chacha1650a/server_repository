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Servlet Filter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요청/응답을 가로채는 전처리 · 후처리 — 인증, 인코딩, 로깅의 핵심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Servlet이 실행되기 전과 후에 공통 로직을 처리하는 문지기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777240"/>
            <a:ext cx="4572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82296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22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79552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복습 — Servlet 동작 흐름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96926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→ Tomcat → Servlet → 응답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16152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216152"/>
            <a:ext cx="457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26187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123444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140817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요청/응답을 가로채는 전처리·후처리 컴포넌트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1655064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655064"/>
            <a:ext cx="4572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17007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167335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동작 흐름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184708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Chain과 doFilter()의 실행 순서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093976"/>
            <a:ext cx="457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2139696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211226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기본 구현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228600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@WebFilter + Filter 인터페이스 코드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532888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532888"/>
            <a:ext cx="4572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257860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17320" y="255117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— 인코딩 필터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272491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요청에 UTF-8 인코딩 자동 적용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97180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2971800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960120" y="3017520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17320" y="299008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— 로그 필터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316382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URL, 메서드, 처리 시간 기록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410712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410712"/>
            <a:ext cx="4572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60120" y="3456432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417320" y="342900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— 인증 필터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17320" y="360273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여부 확인 후 미인증 시 리다이렉트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3849624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3849624"/>
            <a:ext cx="4572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960120" y="3895344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17320" y="386791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 — 다중 필터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417320" y="404164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필터의 실행 순서와 설정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" y="4288536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1520" y="4288536"/>
            <a:ext cx="457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433425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417320" y="430682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생명주기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417320" y="44805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doFilter(반복) → destroy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727448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31520" y="4727448"/>
            <a:ext cx="4572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960120" y="4773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960120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17320" y="4745736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vs Servlet vs Listener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417320" y="49194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컴포넌트의 역할 비교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복습 — Servlet 동작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시간: 클라이언트 → Tomcat → Servlet → 응답의 기본 구조를 배웠다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468880" cy="9144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(브라우저)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ED7A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9144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(컨테이너)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ED7A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468880" cy="9144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(doGet/doPost)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배울 내용: 여기에 Filter가 끼어든다!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1554480" cy="7315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3291840"/>
            <a:ext cx="1188720" cy="7315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48840" y="32918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3291840"/>
            <a:ext cx="1280160" cy="7315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57800" y="3291840"/>
            <a:ext cx="1280160" cy="7315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3291840"/>
            <a:ext cx="1371600" cy="73152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3291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=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Servlet에 도달하기 전/후에 공통 로직을 실행하는 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"문지기"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역할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60120"/>
            <a:ext cx="64008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05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요청이 Servlet에 도달하기 전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Servlet이 응답을 보낸 후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공통 작업을 수행하는 컴포넌트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코드를 수정하지 않고도 횡단 관심사(공통 로직)를 적용할 수 있다!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97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423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설정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인코딩을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요청에 자동 적용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1828800"/>
            <a:ext cx="2697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82880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659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423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여부 확인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미인증 시 리다이렉트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697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82880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659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423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로깅/모니터링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URL, 시간,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시간 기록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383280"/>
            <a:ext cx="768096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9"/>
          <p:cNvSpPr/>
          <p:nvPr/>
        </p:nvSpPr>
        <p:spPr>
          <a:xfrm>
            <a:off x="1005840" y="34290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없이: 모든 Servlet에 인코딩 코드 중복!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request.setCharacterEncoding("UTF-8");  // HelloServlet에서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request.setCharacterEncoding("UTF-8");  // LoginServlet에서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request.setCharacterEncoding("UTF-8");  // BoardServlet에서...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사용: 한 곳에서 한 번만!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EncodingFilter → 모든 Servlet에 자동 적용! (DRY 원칙)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동작 흐름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Filter의 doFilter() 메서드 실행 흐름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doFilter(request, response, chain)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① 전처리 (Servlet 실행 전)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System.out.println("=== 요청 들어옴 ===");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request.setCharacterEncoding("UTF-8");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② 다음 Filter 또는 Servlet으로 전달!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chain.doFilter(request, response);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↑ 이 줄이 핵심! 이걸 안 부르면 Servlet에 도달 못 함!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③ 후처리 (Servlet 실행 후, 응답 가기 전)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System.out.println("=== 응답 나감 ===");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기본 구현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7132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javax.servlet.*;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javax.servlet.annotation.WebFilter;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java.io.IOException;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@WebFilter("/*")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모든 요청에 적용! (/* = 전체 URL 패턴)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MyFilter implements Filter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init(FilterConfig config) {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System.out.println("Filter 초기화");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doFilter(ServletRequest req, ServletResponse res,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FilterChain chain)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IOException, ServletException {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System.out.println("전처리!");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chain.doFilter(req, res);  // 다음으로 전달!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System.out.println("후처리!");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destroy() { }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— 인코딩 필터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쓰는 필터! 모든 요청/응답에 UTF-8 인코딩을 자동 적용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2468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7132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@WebFilter("/*")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EncodingFilter implements Filter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doFilter(ServletRequest req, ServletResponse res,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FilterChain chain)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IOException, ServletException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req.setCharacterEncoding("UTF-8");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res.setContentType("text/html; charset=UTF-8");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chain.doFilter(req, res);  // 다음으로!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모든 Servlet/JSP에서 인코딩 설정 코드를 쓸 필요가 없다!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한글이 깨지는 문제를 한 방에 해결. Spring Boot에서도 같은 원리!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— 로그 필터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7132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@WebFilter("/*")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LogFilter implements Filter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doFilter(ServletRequest req, ServletResponse res,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FilterChain chain) throws ...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HttpServletRequest httpReq = (HttpServletRequest) req;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uri = httpReq.getRequestURI();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method = httpReq.getMethod();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start = System.currentTimeMillis();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System.out.println("[요청] " + method + " " + uri);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chain.doFilter(req, res);  // Servlet 실행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end = System.currentTimeMillis();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System.out.println("[완료] " + uri + " (" + (end-start) + "ms)");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출력:  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[요청] GET /board/list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[완료] /board/list (23ms)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— 인증 필터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로그인하지 않은 사용자가 보호된 페이지에 접근하면 로그인 페이지로 리다이렉트!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@WebFilter("/admin/*")  // /admin/ 하위 URL만 적용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AuthFilter implements Filter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doFilter(ServletRequest req, ServletResponse res,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FilterChain chain) throws ...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HttpServletRequest httpReq = (HttpServletRequest) req;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HttpServletResponse httpRes = (HttpServletResponse) res;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HttpSession session = httpReq.getSession(false);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세션이 없거나 로그인 정보가 없으면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(session == null || session.getAttribute("user") == null) {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httpRes.sendRedirect("/login");  // 로그인 페이지로!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  // chain.doFilter 호출 안 함 → Servlet 도달 차단!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chain.doFilter(req, res);  // 인증 OK → Servlet 실행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Chain — 다중 필터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필터가 순서대로 실행된다 — 순서는 web.xml 등록 순서 또는 클래스명 알파벳순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325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흐름 (→) 과 응답 흐름 (←)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600200"/>
            <a:ext cx="1371600" cy="7772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(전처리)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137160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(전처리)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137160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(전처리)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600200"/>
            <a:ext cx="1371600" cy="7772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(doGet)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응답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0" y="2514600"/>
            <a:ext cx="1371600" cy="4572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(후처리)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514600"/>
            <a:ext cx="1371600" cy="45720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(후처리)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514600"/>
            <a:ext cx="1371600" cy="457200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(후처리)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2514600"/>
            <a:ext cx="1371600" cy="4572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794760"/>
            <a:ext cx="768096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8404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순서 (콘솔 출력)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EncodingFilter - 전처리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LogFilter - 전처리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AuthFilter - 전처리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★ Servlet.doGet() 실행 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AuthFilter - 후처리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LogFilter - 후처리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EncodingFilter - 후처리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생명주기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Servlet과 동일한 패턴! Tomcat(컨테이너)이 관리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25603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Servlet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시점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init(FilterConfig)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init(ServletConfig)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시작 시 (1번)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doFilter(req, res, chain)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service() → doGet/doPost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 요청마다 (반복)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destroy()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destroy()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종료 시 (1번)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2926080"/>
            <a:ext cx="7680960" cy="19202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9718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Servlet과의 차이점: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Filter는 Servlet보다 먼저 초기화되고, 나중에 소멸된다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Filter는 모든 요청 타입(Servlet, JSP, 정적 파일)에 적용 가능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doFilter()의 매개변수는 ServletRequest (HttpServletRequest가 아님!)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HTTP 관련 메서드 사용 시 (HttpServletRequest)로 캐스팅 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chain.doFilter()를 호출하지 않으면 Servlet에 도달하지 못함! (차단)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vs Servlet vs Listener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37744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전처리/후처리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(가로채기)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(비즈니스 로직)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 감지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(모니터링)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시점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 전/후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 발생 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인터페이스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javax.servlet.Filter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HttpServlet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다양 (SessionListener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메서드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doFilter()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doGet() / doPost()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sessionCreated() 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@WebFilter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@WebServlet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@WebListener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건물 경비원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(출입 검사)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사무실 직원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(업무 처리)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(감시/기록)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749040"/>
            <a:ext cx="6400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Spring으로의 연결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4069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Filter → Spring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(HandlerInterceptor)로 진화!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Servlet 레벨 (Spring 밖)  |  Interceptor: Spring MVC 레벨 (Spring 안)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Security의 인증/인가도 Filter Chain 기반으로 동작!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68580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9611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" y="868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Filter란?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전/후에 공통 로직 실행. @WebFilter + Filter 인터페이스 구현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29844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271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메서드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453896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doFilter(req, res, chain) — chain.doFilter() 호출이 핵심! 안 부르면 차단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700784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1673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전처리/후처리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85623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chain.doFilter() 전 = 전처리(요청 가로채기), 후 = 후처리(응답 가로채기)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필터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25856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설정을 모든 요청에 자동 적용. 가장 기본적인 필터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50545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" y="2478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필터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6609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URL, HTTP 메서드, 처리 시간을 기록. 디버깅 필수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290779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300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필터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0632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확인 → 미인증 시 sendRedirect. return으로 차단!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31012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43000" y="3282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465576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필터가 순서대로 실행. 전처리는 순방향, 후처리는 역방향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712464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43000" y="3685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386791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init(1번) → doFilter(매 요청) → destroy(종료). Servlet과 동일 패턴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43000" y="4087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패턴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427024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= 전체, /admin/* = 특정 경로, *.jsp = 확장자별 적용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51713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" y="4489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연결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43000" y="467258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Interceptor → Spring Security. 모두 같은 원리!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Servlet Filter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 Filter</dc:title>
  <dc:subject>PptxGenJS Presentation</dc:subject>
  <dc:creator>Korea IT Academy</dc:creator>
  <cp:lastModifiedBy>Korea IT Academy</cp:lastModifiedBy>
  <cp:revision>1</cp:revision>
  <dcterms:created xsi:type="dcterms:W3CDTF">2026-04-16T00:22:52Z</dcterms:created>
  <dcterms:modified xsi:type="dcterms:W3CDTF">2026-04-16T00:22:52Z</dcterms:modified>
</cp:coreProperties>
</file>